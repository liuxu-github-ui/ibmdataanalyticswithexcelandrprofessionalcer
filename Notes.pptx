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40A99-7722-4E74-8F6B-1AFCD8679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E3DA2-0266-4C96-8844-92436FA36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F655A-100C-49BB-82DB-ABBF6796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773C9-7AF0-41C5-8699-FF1037CA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BA534-0A15-4DEB-BD6B-BABFD006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38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9353-D169-4945-91C2-9507B04D8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92C81-0C1C-4085-B872-C29816A07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11521-EF16-4EA5-8A4A-E37FED5D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9FBC2-4FB7-4328-A5BE-71CB5B01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700E7-3D55-4C36-9264-1A408C46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5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0383-C1C7-401B-9AD1-FB00C497D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D24E7-8C27-4C8C-925D-10A9661FB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26D4E-8340-494A-9236-7F276977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E26B3-BBFB-4725-AA2F-582F054A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B536-9629-4725-A72A-AA96C8E4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9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48C7-9BC9-43C7-98EE-1CBD085D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F6AA-0EC7-4878-B51C-A54775CE3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8316C-23CE-4202-9075-1498E3303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66C57-FB51-4560-B251-2885CED0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6339E-B5E2-4BDA-8BB4-409DA753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55F45-537F-42C3-BC3F-1939A460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4408-EBA9-4C2E-A8E0-1B173B7F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AB7F8-EE98-4F10-B905-8D383C8CC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2E83C-840B-4CEB-ACD6-5426CEFAB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63D80-8E81-4534-88A8-883BE2223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EE7D1-2173-4D2F-8F2E-5E6D72F1C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D84EC-D1D0-42B2-A24A-646B5D3B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4F0BA-DD54-4EDE-B1D5-018C6A2E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07A44-C145-4391-960B-6966209A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6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DDD4-DD51-4B8D-9DE8-32C0FE14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029F3-57CC-4522-AD7E-97D6E517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DB73D-2564-4397-97F2-F135A5E3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39650-DC70-467B-A3C4-7D48235D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E2746-415E-461D-97A4-799944CA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25410-0523-4047-BC24-A6E28901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300D-C351-4B64-89BB-4595F1D2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78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FC25-5422-449F-95EA-DFA8AC2C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7EAF2-DA51-4529-95D4-A7982328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5062D-5DAE-4D08-A851-100E9F0EB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82516-2DF6-4EAF-9BDD-1FF04AE4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7A4A2-1A34-4652-8335-D3FB5ECD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AFF6C-0BD6-4781-B7A7-0C7BDB2C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5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BE6E-7552-461B-9B29-0B3868DA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9B7B9-304A-4277-BF20-C812DB1C8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F549B-E21A-4257-832B-D22671AB6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DC981-4604-4B2E-B48A-36575DBD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FA267-024F-404D-AA43-E17AE20F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0D38C-73C4-49A6-93CB-162564E8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4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4CBF-A958-4E32-974E-A3BF4AC8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C42FA-5D23-4075-A139-E79C7FB33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043B-070D-434E-A46D-3EBD240B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AA5D1-5768-4836-9FF9-81AFB8BD0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4ECEE-B775-44DF-8EAE-15F72FAC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8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2364F9-447C-49BB-828F-B6B73451B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AB000-A018-4E99-8E96-F29B1BB83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09389-E9CD-4563-8287-9ADA42CD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6F1FF-D69E-46F4-BD65-9F54A67F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49E2-6222-49B6-9D3D-76A1252F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0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2ADBD-28E2-4CFE-B784-AC1D60D7F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8FC45-486B-4FF6-838F-E68D68073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AC239-4F98-4B5E-995D-34352E0CB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2623A-DEE2-49B5-8A76-C7D97A4F5E50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48A7E-C110-4658-BB99-CBD604C2E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EE553-2B9D-47C9-80AA-1582FB3A2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4773B-1286-4623-8155-EAB5AEF8332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538819703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29FC3059-81EE-4A75-92F8-08F40F777C4E}"/>
              </a:ext>
            </a:extLst>
          </p:cNvPr>
          <p:cNvSpPr txBox="1"/>
          <p:nvPr userDrawn="1"/>
        </p:nvSpPr>
        <p:spPr>
          <a:xfrm>
            <a:off x="0" y="0"/>
            <a:ext cx="1634581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</a:rPr>
              <a:t>[AMD Official Use Only]</a:t>
            </a:r>
          </a:p>
        </p:txBody>
      </p:sp>
    </p:spTree>
    <p:extLst>
      <p:ext uri="{BB962C8B-B14F-4D97-AF65-F5344CB8AC3E}">
        <p14:creationId xmlns:p14="http://schemas.microsoft.com/office/powerpoint/2010/main" val="277678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86ED-CDAB-4F84-9C50-B2FDF782C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analyst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08EE1-A0D9-46A9-9575-FCF8602F1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36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21B7-46E6-49C4-B587-C64E222A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engineer vs analyst vs </a:t>
            </a:r>
            <a:r>
              <a:rPr lang="en-US" dirty="0" err="1"/>
              <a:t>scientise</a:t>
            </a:r>
            <a:r>
              <a:rPr lang="en-US" dirty="0"/>
              <a:t> vs Business analyst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E87C-D859-47D8-89BF-A90276A2F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engineer : Convert raw data into usable data (clean, store and manage data)</a:t>
            </a:r>
          </a:p>
          <a:p>
            <a:endParaRPr lang="en-US" dirty="0"/>
          </a:p>
          <a:p>
            <a:r>
              <a:rPr lang="en-US" dirty="0"/>
              <a:t>Data Analyst: analyze the data to useful insights</a:t>
            </a:r>
          </a:p>
          <a:p>
            <a:endParaRPr lang="en-US" dirty="0"/>
          </a:p>
          <a:p>
            <a:r>
              <a:rPr lang="en-US" dirty="0"/>
              <a:t>Data scientist: Predict the future using data from the past</a:t>
            </a:r>
          </a:p>
          <a:p>
            <a:endParaRPr lang="en-US" dirty="0"/>
          </a:p>
          <a:p>
            <a:r>
              <a:rPr lang="en-US" dirty="0"/>
              <a:t>Business Analyst: Use these insights and prediction to drive decision </a:t>
            </a:r>
          </a:p>
        </p:txBody>
      </p:sp>
    </p:spTree>
    <p:extLst>
      <p:ext uri="{BB962C8B-B14F-4D97-AF65-F5344CB8AC3E}">
        <p14:creationId xmlns:p14="http://schemas.microsoft.com/office/powerpoint/2010/main" val="207262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59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Data analyst</vt:lpstr>
      <vt:lpstr>Data engineer vs analyst vs scientise vs Business analyst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</dc:title>
  <dc:creator>Liu, Xu</dc:creator>
  <cp:lastModifiedBy>Liu, Xu</cp:lastModifiedBy>
  <cp:revision>5</cp:revision>
  <dcterms:created xsi:type="dcterms:W3CDTF">2021-12-19T05:52:10Z</dcterms:created>
  <dcterms:modified xsi:type="dcterms:W3CDTF">2021-12-20T00:27:31Z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914ebd-7e6c-4e12-a031-a9906be2db14_Enabled">
    <vt:lpwstr>true</vt:lpwstr>
  </property>
  <property fmtid="{D5CDD505-2E9C-101B-9397-08002B2CF9AE}" pid="3" name="MSIP_Label_88914ebd-7e6c-4e12-a031-a9906be2db14_SetDate">
    <vt:lpwstr>2021-12-20T00:27:31Z</vt:lpwstr>
  </property>
  <property fmtid="{D5CDD505-2E9C-101B-9397-08002B2CF9AE}" pid="4" name="MSIP_Label_88914ebd-7e6c-4e12-a031-a9906be2db14_Method">
    <vt:lpwstr>Standard</vt:lpwstr>
  </property>
  <property fmtid="{D5CDD505-2E9C-101B-9397-08002B2CF9AE}" pid="5" name="MSIP_Label_88914ebd-7e6c-4e12-a031-a9906be2db14_Name">
    <vt:lpwstr>AMD Official Use Only-AIP 2.0</vt:lpwstr>
  </property>
  <property fmtid="{D5CDD505-2E9C-101B-9397-08002B2CF9AE}" pid="6" name="MSIP_Label_88914ebd-7e6c-4e12-a031-a9906be2db14_SiteId">
    <vt:lpwstr>3dd8961f-e488-4e60-8e11-a82d994e183d</vt:lpwstr>
  </property>
  <property fmtid="{D5CDD505-2E9C-101B-9397-08002B2CF9AE}" pid="7" name="MSIP_Label_88914ebd-7e6c-4e12-a031-a9906be2db14_ActionId">
    <vt:lpwstr>5a038ea9-3244-4d2f-9801-85687972d285</vt:lpwstr>
  </property>
  <property fmtid="{D5CDD505-2E9C-101B-9397-08002B2CF9AE}" pid="8" name="MSIP_Label_88914ebd-7e6c-4e12-a031-a9906be2db14_ContentBits">
    <vt:lpwstr>1</vt:lpwstr>
  </property>
</Properties>
</file>